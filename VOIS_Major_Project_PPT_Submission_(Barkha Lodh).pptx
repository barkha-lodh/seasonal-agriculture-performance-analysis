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48" r:id="rId6"/>
    <p:sldId id="315" r:id="rId7"/>
    <p:sldId id="329" r:id="rId8"/>
    <p:sldId id="302" r:id="rId9"/>
    <p:sldId id="339" r:id="rId10"/>
    <p:sldId id="346" r:id="rId11"/>
    <p:sldId id="340" r:id="rId12"/>
    <p:sldId id="347" r:id="rId13"/>
    <p:sldId id="344" r:id="rId14"/>
    <p:sldId id="345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582" autoAdjust="0"/>
  </p:normalViewPr>
  <p:slideViewPr>
    <p:cSldViewPr snapToGrid="0">
      <p:cViewPr varScale="1">
        <p:scale>
          <a:sx n="72" d="100"/>
          <a:sy n="72" d="100"/>
        </p:scale>
        <p:origin x="376" y="6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rkha-Lodh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6540" y="3554836"/>
            <a:ext cx="8289680" cy="1218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 : Barkha Vaibhavkishor Lodh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 : Guru Nanak Khalsa College of Arts, Science &amp; Commerce (Autonomous)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2767955"/>
            <a:ext cx="767108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dirty="0"/>
              <a:t>Seasonal Agriculture Performance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6" y="4816769"/>
            <a:ext cx="530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STU6a6c5319c72ac1785484057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530620"/>
            <a:ext cx="6480698" cy="466462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altLang="en-US" sz="2200" dirty="0"/>
              <a:t>Agricultural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/>
              <a:t>performance varies across different seasons due to changes in rainfall, temperature, soil conditions, irrigation, fertilizer usage, and disease/pest risk.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sz="2200" dirty="0"/>
              <a:t>Raw agricultural data does not clearly reveal how these factors influence crop yield, production, resource usage, revenue, and profit.</a:t>
            </a:r>
          </a:p>
          <a:p>
            <a:r>
              <a:rPr lang="en-US" sz="2200" dirty="0"/>
              <a:t>Therefore, there is a need to analyze the data to identify seasonal patterns, relationships, variations, and differences in agricultural performance.</a:t>
            </a:r>
          </a:p>
          <a:p>
            <a:r>
              <a:rPr lang="en-US" sz="2200" dirty="0"/>
              <a:t>The project aims to provide data-driven insights for better seasonal agricultural planning and decision-making.</a:t>
            </a:r>
          </a:p>
          <a:p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9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22" y="1762420"/>
            <a:ext cx="7847258" cy="4780170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2200" dirty="0">
                <a:latin typeface="+mn-lt"/>
              </a:rPr>
              <a:t>Data Exploration &amp; Cleaning</a:t>
            </a:r>
            <a:r>
              <a:rPr lang="en-US" altLang="en-US" sz="2200" b="0" dirty="0">
                <a:latin typeface="+mn-lt"/>
              </a:rPr>
              <a:t> — Understand and prepare the dataset.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Univariate Analysis</a:t>
            </a:r>
            <a:r>
              <a:rPr lang="en-US" altLang="en-US" sz="2200" b="0" dirty="0">
                <a:latin typeface="+mn-lt"/>
              </a:rPr>
              <a:t> — Analyze individual agricultural variables.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Bivariate Analysis</a:t>
            </a:r>
            <a:r>
              <a:rPr lang="en-US" altLang="en-US" sz="2200" b="0" dirty="0">
                <a:latin typeface="+mn-lt"/>
              </a:rPr>
              <a:t> — Study relationships such as Rainfall vs Yield and Farm Area vs Production.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Multivariate Analysis</a:t>
            </a:r>
            <a:r>
              <a:rPr lang="en-US" altLang="en-US" sz="2200" b="0" dirty="0">
                <a:latin typeface="+mn-lt"/>
              </a:rPr>
              <a:t> — Examine multiple agricultural factors together.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Seasonal Comparison</a:t>
            </a:r>
            <a:r>
              <a:rPr lang="en-US" altLang="en-US" sz="2200" b="0" dirty="0">
                <a:latin typeface="+mn-lt"/>
              </a:rPr>
              <a:t> — Compare yield, production, revenue, cost, profit, and resource usage across seasons.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Statistical Analysis</a:t>
            </a:r>
            <a:r>
              <a:rPr lang="en-US" altLang="en-US" sz="2200" b="0" dirty="0">
                <a:latin typeface="+mn-lt"/>
              </a:rPr>
              <a:t> — Identify significant differences and relationships.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Visualization</a:t>
            </a:r>
            <a:r>
              <a:rPr lang="en-US" altLang="en-US" sz="2200" b="0" dirty="0">
                <a:latin typeface="+mn-lt"/>
              </a:rPr>
              <a:t> — Use charts, scatterplots, boxplots, and heatmaps to identify patterns. </a:t>
            </a:r>
            <a:br>
              <a:rPr lang="en-US" altLang="en-US" sz="2200" b="0" dirty="0">
                <a:latin typeface="+mn-lt"/>
              </a:rPr>
            </a:br>
            <a:r>
              <a:rPr lang="en-US" altLang="en-US" sz="2200" dirty="0">
                <a:latin typeface="+mn-lt"/>
              </a:rPr>
              <a:t>Insights &amp; Recommendations</a:t>
            </a:r>
            <a:r>
              <a:rPr lang="en-US" altLang="en-US" sz="2200" b="0" dirty="0">
                <a:latin typeface="+mn-lt"/>
              </a:rPr>
              <a:t> — Provide evidence-based suggestions for agricultural planning.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9DB338CC-49DB-2268-0F38-6C555E415716}"/>
              </a:ext>
            </a:extLst>
          </p:cNvPr>
          <p:cNvSpPr txBox="1">
            <a:spLocks/>
          </p:cNvSpPr>
          <p:nvPr/>
        </p:nvSpPr>
        <p:spPr>
          <a:xfrm>
            <a:off x="550122" y="229291"/>
            <a:ext cx="6995604" cy="15100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2500" dirty="0"/>
              <a:t>Project Description</a:t>
            </a:r>
          </a:p>
          <a:p>
            <a:r>
              <a:rPr lang="en-US" sz="5300" dirty="0"/>
              <a:t>Seasonal Agricultural Performance</a:t>
            </a:r>
            <a:br>
              <a:rPr lang="en-US" sz="5300" dirty="0"/>
            </a:br>
            <a:r>
              <a:rPr lang="en-US" sz="5300" b="0" dirty="0"/>
              <a:t>This project analyzes agricultural data to understand how farming performance changes across different seasons.</a:t>
            </a:r>
            <a:endParaRPr lang="en-IN" sz="53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035015"/>
            <a:ext cx="7904481" cy="4770167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/>
              <a:t>Farmers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Select suitable crops and seasons. </a:t>
            </a:r>
          </a:p>
          <a:p>
            <a:pPr marL="0" indent="0">
              <a:buNone/>
            </a:pPr>
            <a:r>
              <a:rPr lang="en-US" sz="8000" dirty="0"/>
              <a:t>Improve water, fertilizer, and resource utilization. </a:t>
            </a:r>
          </a:p>
          <a:p>
            <a:pPr marL="0" indent="0">
              <a:buNone/>
            </a:pPr>
            <a:r>
              <a:rPr lang="en-US" sz="8000" dirty="0"/>
              <a:t>Understand factors affecting yield and profitability. </a:t>
            </a:r>
          </a:p>
          <a:p>
            <a:pPr marL="0" indent="0">
              <a:buNone/>
            </a:pPr>
            <a:endParaRPr lang="en-US" sz="8000" dirty="0"/>
          </a:p>
          <a:p>
            <a:r>
              <a:rPr lang="en-US" sz="8000" b="1" dirty="0"/>
              <a:t>Government &amp; Agricultural Departments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Support agricultural policies and seasonal planning. </a:t>
            </a:r>
          </a:p>
          <a:p>
            <a:pPr marL="0" indent="0">
              <a:buNone/>
            </a:pPr>
            <a:r>
              <a:rPr lang="en-US" sz="8000" dirty="0"/>
              <a:t>Improve resource allocation. </a:t>
            </a:r>
          </a:p>
          <a:p>
            <a:pPr marL="0" indent="0">
              <a:buNone/>
            </a:pPr>
            <a:r>
              <a:rPr lang="en-US" sz="8000" dirty="0"/>
              <a:t>Identify areas requiring additional support. </a:t>
            </a:r>
          </a:p>
          <a:p>
            <a:pPr marL="0" indent="0">
              <a:buNone/>
            </a:pPr>
            <a:endParaRPr lang="en-US" sz="8000" dirty="0"/>
          </a:p>
          <a:p>
            <a:r>
              <a:rPr lang="en-US" sz="8000" b="1" dirty="0"/>
              <a:t>Agricultural Researchers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Study seasonal patterns and crop performance. </a:t>
            </a:r>
          </a:p>
          <a:p>
            <a:pPr marL="0" indent="0">
              <a:buNone/>
            </a:pPr>
            <a:r>
              <a:rPr lang="en-US" sz="8000" dirty="0"/>
              <a:t>Analyze relationships between environmental conditions and yield.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75" y="348111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Python : Programming and data analysis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 : Development and execution platform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Pandas : Data cleaning and manipulation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NumPy : Numerical calculations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Matplotlib : Data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Seaborn : Statistical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CSV : Dataset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C0DFAC1-FA13-12CD-1A34-1F9A42985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9" y="1201586"/>
            <a:ext cx="6996418" cy="54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7B0563D-C4B2-5B45-43A4-84E7579DF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30" y="1515454"/>
            <a:ext cx="7563242" cy="492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C5465DA-C7E7-8D7B-CB51-D17B65DF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33" y="1201586"/>
            <a:ext cx="7050903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440660-34C1-2622-9741-94DAD87C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15" y="1169582"/>
            <a:ext cx="8113967" cy="549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70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7632089-5F90-036E-DE91-10744D6DF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82" y="1105066"/>
            <a:ext cx="7617799" cy="54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48F9901-D8E7-AB58-393D-BA8F83CCD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10" y="1048625"/>
            <a:ext cx="9020960" cy="561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F911C1F-9109-8749-5656-FC57F62452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029889"/>
            <a:ext cx="9027702" cy="427195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Machine Learning</a:t>
            </a:r>
            <a:r>
              <a:rPr lang="en-US" dirty="0"/>
              <a:t> — Predict crop yield and profitability. </a:t>
            </a:r>
          </a:p>
          <a:p>
            <a:r>
              <a:rPr lang="en-US" b="1" dirty="0"/>
              <a:t>Weather Integration</a:t>
            </a:r>
            <a:r>
              <a:rPr lang="en-US" dirty="0"/>
              <a:t> — Use real-time weather and forecast data. </a:t>
            </a:r>
          </a:p>
          <a:p>
            <a:r>
              <a:rPr lang="en-US" b="1" dirty="0"/>
              <a:t>Crop Recommendation</a:t>
            </a:r>
            <a:r>
              <a:rPr lang="en-US" dirty="0"/>
              <a:t> — Recommend suitable crops based on season, soil, and climate. </a:t>
            </a:r>
          </a:p>
          <a:p>
            <a:r>
              <a:rPr lang="en-US" b="1" dirty="0"/>
              <a:t>Smart Irrigation</a:t>
            </a:r>
            <a:r>
              <a:rPr lang="en-US" dirty="0"/>
              <a:t> — Predict water requirements and optimize irrigation. </a:t>
            </a:r>
          </a:p>
          <a:p>
            <a:r>
              <a:rPr lang="en-US" b="1" dirty="0"/>
              <a:t>Disease Prediction</a:t>
            </a:r>
            <a:r>
              <a:rPr lang="en-US" dirty="0"/>
              <a:t> — Predict crop disease and pest risks. </a:t>
            </a:r>
          </a:p>
          <a:p>
            <a:r>
              <a:rPr lang="en-US" b="1" dirty="0"/>
              <a:t>Interactive Dashboard</a:t>
            </a:r>
            <a:r>
              <a:rPr lang="en-US" dirty="0"/>
              <a:t> — Develop dashboards using Power BI, Tableau, or </a:t>
            </a:r>
            <a:r>
              <a:rPr lang="en-US" dirty="0" err="1"/>
              <a:t>streamlit</a:t>
            </a:r>
            <a:r>
              <a:rPr lang="en-US" dirty="0"/>
              <a:t>. </a:t>
            </a:r>
          </a:p>
          <a:p>
            <a:r>
              <a:rPr lang="en-US" b="1" dirty="0"/>
              <a:t>IoT Integration</a:t>
            </a:r>
            <a:r>
              <a:rPr lang="en-US" dirty="0"/>
              <a:t> — Use sensors for real-time soil moisture, temperature, and environmental monitoring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https://github.com/Barkha-Lodh/Seasonal-Agriculture-Performance-Analysis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F474E6-71ED-2B29-C967-F25C5688F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78958"/>
            <a:ext cx="8484821" cy="509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2849</TotalTime>
  <Words>499</Words>
  <Application>Microsoft Office PowerPoint</Application>
  <PresentationFormat>Widescreen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</vt:lpstr>
      <vt:lpstr>PROBLEM  STATEMENT</vt:lpstr>
      <vt:lpstr>Data Exploration &amp; Cleaning — Understand and prepare the dataset.  Univariate Analysis — Analyze individual agricultural variables.  Bivariate Analysis — Study relationships such as Rainfall vs Yield and Farm Area vs Production.  Multivariate Analysis — Examine multiple agricultural factors together.  Seasonal Comparison — Compare yield, production, revenue, cost, profit, and resource usage across seasons.  Statistical Analysis — Identify significant differences and relationships.  Visualization — Use charts, scatterplots, boxplots, and heatmaps to identify patterns.  Insights &amp; Recommendations — Provide evidence-based suggestions for agricultural planning.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Barkha</cp:lastModifiedBy>
  <cp:revision>104</cp:revision>
  <dcterms:created xsi:type="dcterms:W3CDTF">2021-07-11T13:13:15Z</dcterms:created>
  <dcterms:modified xsi:type="dcterms:W3CDTF">2026-09-15T05:34:06Z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